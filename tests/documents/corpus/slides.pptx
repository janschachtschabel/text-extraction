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Notiz: Chlorophyll an der Tafel erklären.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Die Photosynthese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Pflanzen wandeln Lichtenergie in chemische Energie um. Dabei nehmen die Blätter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Wichtige Stoffe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Ohne Chlorophyll, den grünen Farbstoff der Blätter, könnte keine Pflanze das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Photosynthese</dc:title>
  <dc:subject/>
  <dc:creator/>
  <cp:keywords/>
  <dc:description>generated using python-pptx</dc:description>
  <cp:lastModifiedBy>Steve Canny</cp:lastModifiedBy>
  <cp:revision>1</cp:revision>
  <dcterms:created xsi:type="dcterms:W3CDTF">2024-03-15T09:30:00Z</dcterms:created>
  <dcterms:modified xsi:type="dcterms:W3CDTF">2024-04-01T12:00:00Z</dcterms:modified>
  <cp:category/>
  <cp:lastPrinted>2024-04-01T12:00:00Z</cp:lastPrinted>
</cp:coreProperties>
</file>